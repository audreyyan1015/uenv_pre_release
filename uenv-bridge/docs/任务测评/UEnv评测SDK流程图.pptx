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247120" cy="41148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45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UEnv 评测 SDK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76656"/>
            <a:ext cx="1115568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评测侧使用静态模型服务，不做训练权重同步；重点是统一请求、统一执行和结果可复现。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234440"/>
            <a:ext cx="1417320" cy="749808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INPUT A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模型准备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checkpoint /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2240280"/>
            <a:ext cx="1417320" cy="749808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INPUT B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数据准备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benchmark split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719072"/>
            <a:ext cx="16459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2563EB"/>
                </a:solidFill>
                <a:latin typeface="Times New Roman"/>
                <a:ea typeface="Microsoft YaHei"/>
                <a:cs typeface="Times New Roman"/>
              </a:rPr>
              <a:t>01 SDK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Eval SDK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读取模型与数据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创建EpisodeRequest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719072"/>
            <a:ext cx="16459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2563EB"/>
                </a:solidFill>
                <a:latin typeface="Times New Roman"/>
                <a:ea typeface="Microsoft YaHei"/>
                <a:cs typeface="Times New Roman"/>
              </a:rPr>
              <a:t>02 REQUEST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EpisodeRequest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env_type / payload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执行约束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9944" y="1719072"/>
            <a:ext cx="16459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2563EB"/>
                </a:solidFill>
                <a:latin typeface="Times New Roman"/>
                <a:ea typeface="Microsoft YaHei"/>
                <a:cs typeface="Times New Roman"/>
              </a:rPr>
              <a:t>03 HARNESS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Worker / Env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运行任务环境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本地判分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03336" y="1554480"/>
            <a:ext cx="1691640" cy="1207008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645920"/>
            <a:ext cx="1335024" cy="21945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04 WRAPPER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901952"/>
            <a:ext cx="1335024" cy="21945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评测模型包装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2176272"/>
            <a:ext cx="1261872" cy="365760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EDD5"/>
                </a:solidFill>
                <a:latin typeface="Times New Roman"/>
                <a:ea typeface="Microsoft YaHei"/>
                <a:cs typeface="Times New Roman"/>
              </a:rPr>
              <a:t>vLLM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1368" y="1609344"/>
            <a:ext cx="621792" cy="544068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801368" y="2153412"/>
            <a:ext cx="621792" cy="461772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80" y="2153412"/>
            <a:ext cx="329184" cy="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62472" y="2153412"/>
            <a:ext cx="329184" cy="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55864" y="2153412"/>
            <a:ext cx="329184" cy="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42048" y="4005072"/>
            <a:ext cx="1536192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05 RESULT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EpisodeResult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answer / score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error detail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4005072"/>
            <a:ext cx="1536192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06 METRICS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指标汇总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resolve / pass@k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accuracy /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18688" y="4005072"/>
            <a:ext cx="1536192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07 ARTIFACTS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结果产物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predictions.jsonl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summary.md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55279" y="2761488"/>
            <a:ext cx="0" cy="1243584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766560" y="4434840"/>
            <a:ext cx="475488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754880" y="4434840"/>
            <a:ext cx="475488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06440" y="3364992"/>
            <a:ext cx="2240280" cy="237744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结果回收与评测汇总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623560"/>
            <a:ext cx="110185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73152"/>
          <a:lstStyle/>
          <a:p>
            <a:pPr algn="ctr"/>
            <a:r>
              <a:rPr sz="103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表达重点：评测侧由 Eval SDK 直接创建 EpisodeRequest；SDK 负责读取模型、数据和评测参数，提交任务后接收 EpisodeResult，并写出 predictions、metrics 和 summary 等评测产物。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623560"/>
            <a:ext cx="50292" cy="6583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