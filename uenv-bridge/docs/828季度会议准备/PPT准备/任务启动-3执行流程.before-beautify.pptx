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B7AD7-E1A3-C923-5E29-3B187F16E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96336A-2FDE-3227-7D1E-C18FC8113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32B026-408F-24E2-D390-EA06CD38F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0D357D-8763-5FC5-9691-B20A5432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362913-CA03-99D0-8C56-D6ACB015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87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A2B35-BE2F-87CF-3371-237425AE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0F7331-DB9E-23D7-8999-10290A379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8EE012-1DCF-895E-492B-3AEA35CC6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E16D4E-6AE3-199B-57D9-CE72F7B84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206DCE-1677-21EA-A52A-439B960E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1345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0C77D-55BC-5D27-A1F6-A47A0934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B9E603-001C-2F29-7BAC-5F0ED71D5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77F73B-58B0-0BFB-639E-F35311D0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44DB11-729B-3E76-6A6F-47276436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E303F1-57AC-C917-9740-3FF41B0B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019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D3ACD-0240-2CA2-A349-3B4B2FCD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82081-C62C-CE6C-67D1-BC7274248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74BC88-A2AF-AB99-6B01-3883C5F97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BBE4A6-7133-1F44-0BDA-F8DC4CDC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21B60A-2D58-9445-0F39-CF116A4D5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5E7D93-A93D-4B64-4173-A60D23E9E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308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BD207-6FF3-5F29-1484-6CFE2323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4812CB-49F2-CB38-1107-2060F6A67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B5BA8-0482-E825-FFDD-FA2C7C009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792BC0-E77C-7030-7EDA-1D552D51A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65909B-670C-8C81-607B-D2EFD14D2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5D8472-7E7C-FD99-945C-20EDD182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1C792A-907B-1909-2CF9-8A82BCF0C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E63A4A-CC3B-E02F-C3C8-22D640FC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81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00B61-4412-F1BC-A9C2-6C39CE20E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8DBD09-68B6-1BAB-F1BB-90886563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94F28D-1325-0D31-6749-26B6D9162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51ACBD-2C5A-4EAE-5E8F-32953F03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4765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7209CCF-CDE2-1471-C692-7E42ED9A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4069E4-1F6C-F0A7-55D7-59B169666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C897D5-125B-0D85-ECD5-B4B0B6506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520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4D2F2-35DF-D5BF-1652-97FC52A9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398BB-03DA-BE90-6750-DF7B71F00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7F13EA-BD8A-1D91-DD1B-2169795D7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98D2FC-CCA4-43D1-43CF-9EDB14457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5DE1C4-2E63-7AC8-7AF2-2DFF6FA9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B676B4-9B45-6A34-5703-9380348A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65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0E13F-2519-6C32-8192-6F2FC325F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72B907-83DE-87EA-5726-C5F6A54BCB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37EA5F-FC99-8AEF-15AC-F78A7C9F92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1673E-B2A3-E032-863B-E8CA4EF6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D702CA-AECB-9F7F-A542-B80EC7094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A512C6-0738-8D62-1C47-CE4C261D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5761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A5A80-B31B-C11F-EB7F-B240F07A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9E8AE6-C0BA-0387-BD5C-D799CC190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D2A28-1BDB-7109-2940-8DF6446AC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83FFD1-2318-0BDC-A0B0-33D0ACCE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6E47A8-7F84-7616-DFC9-4AAB81363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190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526477-419E-AEE0-8CC6-026BDF1FB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6BE17D-6F73-3BF6-A6A6-CCB3C68CB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3B0DD5-080B-F35F-B0F9-D80A3D4C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92DC7-E89B-FA23-6CC1-F6036FD0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9B2E6E-5890-D2D0-EEC6-E6BEF760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D225F9-C043-2607-191D-D04CF7DE3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F6CF95-AC0D-122F-93B3-CB94A07EB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2941C7-658E-E2E7-A2F2-DA72DF2B5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D769D-9F3F-BC43-ABB4-2EBA3194F4AB}" type="datetimeFigureOut">
              <a:rPr kumimoji="1" lang="zh-CN" altLang="en-US" smtClean="0"/>
              <a:t>2026/8/25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D4AC1-A8E1-2FF2-CC8E-09403AF4B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0B235-6DBE-C91F-D21E-13B51A86D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B6455-1827-CB41-B9D1-EA764DEB1DD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2208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90F87-88AC-6197-C966-756D7318E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9E19920A-D128-9129-1320-0963E9346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58" b="659"/>
          <a:stretch>
            <a:fillRect/>
          </a:stretch>
        </p:blipFill>
        <p:spPr>
          <a:xfrm>
            <a:off x="2563838" y="832703"/>
            <a:ext cx="7772400" cy="304973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2FB87EA-B2A0-74E9-41E6-333245E5E90B}"/>
              </a:ext>
            </a:extLst>
          </p:cNvPr>
          <p:cNvSpPr txBox="1"/>
          <p:nvPr/>
        </p:nvSpPr>
        <p:spPr>
          <a:xfrm>
            <a:off x="1102744" y="19739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准备阶段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6C22AF3-30A0-EEDB-3A55-666BD5FDD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993" y="4263075"/>
            <a:ext cx="3359304" cy="2460463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6586E1E7-E41A-C0CB-D4AD-25307B80B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116" y="4263075"/>
            <a:ext cx="3802647" cy="1906679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5F9C9E58-9293-06CC-5D1A-8AE3766E5FB6}"/>
              </a:ext>
            </a:extLst>
          </p:cNvPr>
          <p:cNvSpPr txBox="1"/>
          <p:nvPr/>
        </p:nvSpPr>
        <p:spPr>
          <a:xfrm>
            <a:off x="454788" y="269643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任务启动：具体流程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23A5EA8-0141-BB2C-5BAE-CC58A564F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10" y="4263075"/>
            <a:ext cx="3348964" cy="2460463"/>
          </a:xfrm>
          <a:prstGeom prst="rect">
            <a:avLst/>
          </a:prstGeom>
        </p:spPr>
      </p:pic>
      <p:cxnSp>
        <p:nvCxnSpPr>
          <p:cNvPr id="3" name="肘形连接符 2">
            <a:extLst>
              <a:ext uri="{FF2B5EF4-FFF2-40B4-BE49-F238E27FC236}">
                <a16:creationId xmlns:a16="http://schemas.microsoft.com/office/drawing/2014/main" id="{FC2E5C73-C97A-95F7-E5C5-374D2340803F}"/>
              </a:ext>
            </a:extLst>
          </p:cNvPr>
          <p:cNvCxnSpPr>
            <a:stCxn id="10" idx="2"/>
            <a:endCxn id="31" idx="0"/>
          </p:cNvCxnSpPr>
          <p:nvPr/>
        </p:nvCxnSpPr>
        <p:spPr>
          <a:xfrm rot="5400000">
            <a:off x="3992044" y="1805081"/>
            <a:ext cx="380642" cy="45353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肘形连接符 4">
            <a:extLst>
              <a:ext uri="{FF2B5EF4-FFF2-40B4-BE49-F238E27FC236}">
                <a16:creationId xmlns:a16="http://schemas.microsoft.com/office/drawing/2014/main" id="{7C3D5BCE-58A9-7C4F-B13C-F566E781D819}"/>
              </a:ext>
            </a:extLst>
          </p:cNvPr>
          <p:cNvCxnSpPr>
            <a:stCxn id="10" idx="2"/>
            <a:endCxn id="18" idx="0"/>
          </p:cNvCxnSpPr>
          <p:nvPr/>
        </p:nvCxnSpPr>
        <p:spPr>
          <a:xfrm rot="5400000">
            <a:off x="5873521" y="3686558"/>
            <a:ext cx="380642" cy="7723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肘形连接符 6">
            <a:extLst>
              <a:ext uri="{FF2B5EF4-FFF2-40B4-BE49-F238E27FC236}">
                <a16:creationId xmlns:a16="http://schemas.microsoft.com/office/drawing/2014/main" id="{7DFDF311-138F-4637-1DCF-15EF68C42A40}"/>
              </a:ext>
            </a:extLst>
          </p:cNvPr>
          <p:cNvCxnSpPr>
            <a:stCxn id="10" idx="2"/>
            <a:endCxn id="28" idx="0"/>
          </p:cNvCxnSpPr>
          <p:nvPr/>
        </p:nvCxnSpPr>
        <p:spPr>
          <a:xfrm rot="16200000" flipH="1">
            <a:off x="7868418" y="2464053"/>
            <a:ext cx="380642" cy="321740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41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皓 荣</dc:creator>
  <cp:lastModifiedBy>皓 荣</cp:lastModifiedBy>
  <cp:revision>1</cp:revision>
  <dcterms:created xsi:type="dcterms:W3CDTF">2026-08-24T17:19:10Z</dcterms:created>
  <dcterms:modified xsi:type="dcterms:W3CDTF">2026-08-24T17:19:29Z</dcterms:modified>
</cp:coreProperties>
</file>